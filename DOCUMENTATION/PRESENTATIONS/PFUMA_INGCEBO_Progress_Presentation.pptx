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this once, plainly. This is the one-sentence version of the whole project. State up front that this is a software platform — no hardware component in this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This is a real problem, not a hypothetical one — ground it in the Stock Theft Prevention Act clearance process and the disease-surveillance angle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Emphasise this is a purely software submission — no bench hardware, no procurement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(explain in 2 minutes) Point at the six roles on the left, the single combined client box (web and mobile are feature-equivalent for a given role - a Farmer's dashboard differs from a Police officer's, but each is the same on web and mobile), the widened API box listing all nine modules (this is the fix for 'it only shows a fraction'), and the verification-gates box — sale clearance is only one of four (signup, sale, movement, outbreak); this pattern is the piece unique to the problem being 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The right-hand panel now shows this explicitly - point at the purple box after the CLEARED/REJECTED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 minutes) * Core workflows = marketplace, sale clearance, the valuation certificate, institution ledger, outbreak reporting, the messenger, farmer cooperatives, the health-compliance lifecycle, feed/trading tools, and the natural-language assistant - say this if asked what the pill covers. Be honest and confident: the platform itself is built and demoable locally; the remaining work is the academic write-up, not the software. On Jinda specifically, if asked how smart it is: it correctly handles a recognised request, including one typed in Shona, and actually navigates the app - shown live in testing. It does not reason through an open-ended question (tested: asked why a vaccine was overdue, it fell back to a generic keyword match instead of answering). Say this plainly if asked - it is a fixed rule set, not a language model, by design (see Table 3.1), and that tradeoff is the honest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41414"/>
                </a:solidFill>
                <a:latin typeface="Times New Roman"/>
              </a:rPr>
              <a:t>THE NATIONAL UNIVERSITY OF SCIENCE AND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Times New Roman"/>
              </a:rPr>
              <a:t>FACULTY OF INDUSTRIAL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4"/>
                </a:solidFill>
                <a:latin typeface="Times New Roman"/>
              </a:rPr>
              <a:t>DEPARTMENT OF TELECOMMUNICATIONS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743200" cy="658368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6120" y="1874519"/>
            <a:ext cx="8412480" cy="658368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56815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Project Title: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947672"/>
            <a:ext cx="81838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Role-Based Digital Platform Connecting Cattle and Goat Farmers, Veterinarians, Suppliers, Buyers, Police and Financial Institutions Around a Verified Livestock Registry, Marketplace and Sale-Clearance System (PFUMA/INGCEBO)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2560320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42615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FULL NAME: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633472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Arnold T. Mapindu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26663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3026663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5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STUDENT NUMBER: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099815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[Registration Number]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93007"/>
            <a:ext cx="2743200" cy="658368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46120" y="3493007"/>
            <a:ext cx="8412480" cy="658368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75303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PROGRAMME: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566159"/>
            <a:ext cx="81838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BACHELOR OF ENGINEERING HONOURS DEGREE IN</a:t>
            </a:r>
          </a:p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TELECOMMUNICATIONS ENGINEERING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8807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46120" y="4178807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6110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COURSE CODE: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251959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TCL 5000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45151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46120" y="4645151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72744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SUPERVISOR: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4718303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[Supervisor's Name and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11495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46120" y="5111495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193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COHORT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5184647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BEng Final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Purpose of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Turns livestock ownership and health history into a verifiable digital record, instead of paper, memory, or a stranger's word.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Connects the farmer, vet, supplier, buyer, police, and a bank or insurer into one shared system.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Gives every role its own marketplace, certification, messaging, cooperative and outbreak-alert workflow, gated by verification wherever it matters — not just a single generic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600200"/>
            <a:ext cx="2331720" cy="7772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FARMER / VET 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SUPPLIER / BUYER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96528" y="2377440"/>
            <a:ext cx="0" cy="457200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818120" y="2880360"/>
            <a:ext cx="1965960" cy="68580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VERIFIED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96528" y="3566160"/>
            <a:ext cx="0" cy="457200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4069080"/>
            <a:ext cx="2880360" cy="73152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MARKETPLACE, CLEARANCE,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CERTIFICATION &amp; 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074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7D7D7D"/>
                </a:solidFill>
                <a:latin typeface="Arial"/>
              </a:rPr>
              <a:t>One shared, checkable record behind every function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Livestock is frequently a rural family's largest store of wealth, and the least protected asset they own, in the Zimbabwean context.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Ownership, health history, vaccinations and past sales are tracked on paper, by memory, or not at all.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Disease outbreaks such as Theileriosis (“January Disease”) spread faster than paper record-keeping can respond to them.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Stock theft and ownership disputes have no fast, credible evidence trail, and livestock wealth cannot easily be used as loan collateral without a verifiable record.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farmer selling an animal has no efficient way to find a certified buyer or a credible independent valuation, so a sale is commonly word of mouth, at whatever price a wandering buyer offers.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691640"/>
            <a:ext cx="1920240" cy="68580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PAPER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0" y="2029968"/>
            <a:ext cx="45720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058400" y="1691640"/>
            <a:ext cx="1737360" cy="68580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LOST / FORGED 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NEVER EXISTED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834640"/>
            <a:ext cx="2377440" cy="73152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EVIDENCE TRAIL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FOR STOCK THEFT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931920"/>
            <a:ext cx="2377440" cy="8686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WEALTH THAT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CAN'T BE BORROWED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AGAINST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4983480"/>
            <a:ext cx="2377440" cy="77724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CERTIFIED BUYER,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CREDIBLE 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Main Elements of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What: livestock ownership and health records exist only on paper, or not at all.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Why: this leaves buyers, banks, and police with nothing credible to check before a sale, a loan, or an investigation — and leaves a selling farmer with no way to find a certified buyer or a credible valuation either.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How: build a role-based digital platform that records the history and gates resale behind verification.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554480"/>
            <a:ext cx="2468880" cy="68580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UNVERIFIABLE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823960" y="2240280"/>
            <a:ext cx="0" cy="50292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788920"/>
            <a:ext cx="2926080" cy="86868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NO TRUST FOR BUYERS,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BANKS, POLICE, OR SELLERS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SEEKING A BUYER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823960" y="3566160"/>
            <a:ext cx="0" cy="50292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4114800"/>
            <a:ext cx="2926080" cy="86868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ROLE-BASED PLATFORM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registry, marketplace,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clearance &amp; more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141414"/>
                </a:solidFill>
                <a:latin typeface="Arial"/>
              </a:rPr>
              <a:t>The aim of the project is to develop a role-based digital platform connecting farmers, veterinary practitioners, suppliers, buyers, police officers and financial institutions around a single verified livestock record, giving every role a shared registry, marketplace, messaging and clearance system in place of separate paper trails.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749039"/>
            <a:ext cx="1737360" cy="64008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REGISTER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26080" y="4069080"/>
            <a:ext cx="128016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206240" y="3749039"/>
            <a:ext cx="173736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0" y="4069080"/>
            <a:ext cx="128016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223760" y="3749039"/>
            <a:ext cx="1920240" cy="64008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CLEAR TO SELL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0" y="4069080"/>
            <a:ext cx="109728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241280" y="3749039"/>
            <a:ext cx="1463040" cy="64008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BORROW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AGAINST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55778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1) To design a database schema and role-based access control serving seven platform roles.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2) To develop a herd registry recording each animal's identity, health timeline, and ownership.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3) To develop a health-and-compliance lifecycle with vaccination, weaning and gestation countdowns.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4) To develop a marketplace workflow that gates a sale behind police clearance.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5) To develop a valuation-certificate workflow, informed by logged vet health events, issuing a verifiable certificate.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6) To create an institution ledger for certificate lookup and loan-collateral flagging.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7) To develop an outbreak reporting and verification pipeline that broadcasts confirmed alerts.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8) To develop a farmer cooperative function sharing a dip-tank schedule and group vet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68680"/>
            <a:ext cx="55778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9) To develop a farmer feed-budget function and a supplier/buyer trading-journal function.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10) To calculate an animal's estimated market value from an automated market-rate scan.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11) To develop a web-based application giving every role browser access.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12) To develop a native mobile application giving every role mobile access.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13) To develop a secure, end-to-end messenger linking every role.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14) To develop a role-aware natural-language assistant answering health and compliance questions.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15) To determine, by deploying the platform locally, whether these workflows operate correctly end to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Tasks and Resources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Design the shared database schema serving both the web and mobile clients.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role-based authentication and access-control layer.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health-and-compliance lifecycle and its countdowns.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marketplace listing and police sale-clearance workflow.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valuation-certificate and institution ledger flow.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outbreak reporting, verification, and broadcast pipeline.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farmer cooperative and secure cross-role messenger functions.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web app, the mobile app, the feed/trading tools, and the natural-language assistant.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4"/>
                </a:solidFill>
                <a:latin typeface="Arial"/>
              </a:rP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7830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Flask (Python) API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MySQL database (XAMPP, local)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React / Vite web app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Expo / React Native mobile app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A single development PC — no specialised hardware required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System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4"/>
                </a:solidFill>
                <a:latin typeface="Arial"/>
              </a:rPr>
              <a:t>Figure 3.1: Overall Platform System Block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FARMER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VET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SUPPLIER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POLICE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463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2423160"/>
            <a:ext cx="2148840" cy="141732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WEB APP  &amp;  MOBILE APP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(React/Vite + Expo/RN)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each role's own tailored dashboard,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available on either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737360"/>
            <a:ext cx="4206240" cy="210312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FLASK API  —  143 ROUTES</a:t>
            </a:r>
          </a:p>
          <a:p>
            <a:pPr algn="ctr"/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Registry &amp; Compliance   |   Marketplace &amp; Clearance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Certification &amp; Institution Ledger   |   Outbreak Pipeline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Cooperatives   |   Feed &amp; Trading Tools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Messenger   |   Jinda AI Assistant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4040" y="2423160"/>
            <a:ext cx="1691640" cy="82296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MYSQL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4343400"/>
            <a:ext cx="3840480" cy="86868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VERIFICATION GATES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signup  ·  sale clearance  ·  movement permits  ·  outbreak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40" y="1691640"/>
            <a:ext cx="411480" cy="14356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0240" y="2377440"/>
            <a:ext cx="411480" cy="7498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20240" y="3063240"/>
            <a:ext cx="411480" cy="640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920240" y="3127248"/>
            <a:ext cx="411480" cy="621791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920240" y="3127248"/>
            <a:ext cx="411480" cy="130759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920240" y="3127248"/>
            <a:ext cx="411480" cy="199339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480560" y="2788920"/>
            <a:ext cx="411480" cy="338328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98280" y="2788920"/>
            <a:ext cx="365760" cy="45720"/>
          </a:xfrm>
          <a:prstGeom prst="line">
            <a:avLst/>
          </a:prstGeom>
          <a:ln w="17780">
            <a:solidFill>
              <a:srgbClr val="E58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95160" y="3840480"/>
            <a:ext cx="0" cy="502920"/>
          </a:xfrm>
          <a:prstGeom prst="line">
            <a:avLst/>
          </a:prstGeom>
          <a:ln w="1778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41414"/>
                </a:solidFill>
                <a:latin typeface="Arial"/>
              </a:rPr>
              <a:t>Every role reaches its own tailored dashboard through either client; one Flask API holds nine distinct modules over one shared record, several of them gated behind their own verification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Principle: One Pattern, Four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livestock listing tied to a registered animal starts hidden, in a pending-clearance state.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It is invisible to buyers until police verify ownership and brand papers against the herd registry.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cross-district sale additionally requires a movement permit before it is released.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same pending → verified → released pattern also gates a new account at signup and an outbreak report before it is broadcast — one mechanism, reused four times, not a special case built just for sales.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This mirrors the real Stock Theft Prevention Act clearance process, moved from a paper queue into a checkable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600200"/>
            <a:ext cx="2240280" cy="64008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LISTING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CREATED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81060" y="2240280"/>
            <a:ext cx="0" cy="256032"/>
          </a:xfrm>
          <a:prstGeom prst="line">
            <a:avLst/>
          </a:prstGeom>
          <a:ln w="1524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496312"/>
            <a:ext cx="224028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PENDING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CLEARANCE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81060" y="3136391"/>
            <a:ext cx="0" cy="256033"/>
          </a:xfrm>
          <a:prstGeom prst="line">
            <a:avLst/>
          </a:prstGeom>
          <a:ln w="1524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3392424"/>
            <a:ext cx="224028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POLICE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288536"/>
            <a:ext cx="2148840" cy="5486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CLEARED — visible to buyers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4288536"/>
            <a:ext cx="2148840" cy="54864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REJECTED — stays hidden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8001000" y="4032503"/>
            <a:ext cx="484632" cy="256033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485632" y="4032503"/>
            <a:ext cx="1847088" cy="256033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5111495"/>
            <a:ext cx="4480560" cy="68580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SAME PATTERN ALSO GATES: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new-account signup   |   movement permits   |   outbreak-report broadcast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Schedule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41414"/>
                </a:solidFill>
                <a:latin typeface="Arial"/>
              </a:rPr>
              <a:t>Indicative 16-Week Execution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7433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5177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726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921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0470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490472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Guidelines review / proposal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9884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7433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982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2531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7628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177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2726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7824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372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2921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0470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8019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5568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041648" y="1527048"/>
            <a:ext cx="914400" cy="20983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1755166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Database schema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9884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7433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4982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2531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7628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5177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2726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0275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7824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5372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2921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0470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68019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5568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517136" y="1791742"/>
            <a:ext cx="914400" cy="20983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2019861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Auth &amp; role-based access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2336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9884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97433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4982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2531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7628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5177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82726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0275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5372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72921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20470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68019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15568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992624" y="2056437"/>
            <a:ext cx="914400" cy="20983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2284556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Herd registry (web)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2336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49884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97433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4982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92531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0080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87628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5177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82726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30275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77824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5372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2921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20470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8019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15568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468112" y="2321132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2549250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Health-compliance lifecycle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02336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9884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7433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4982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92531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40080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7628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5177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82726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30275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77824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5372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72921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20470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68019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5568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943600" y="2585826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7240" y="2813945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Marketplace + clearance gate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02336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49884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7433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4982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92531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40080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87628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35177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82726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30275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77824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25372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72921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0470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8019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15568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943600" y="2850521"/>
            <a:ext cx="1389888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7240" y="3078640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Valuation certificate workflow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02336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9884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97433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4982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92531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0080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87628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35177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82726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30275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77824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25372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72921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20470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15568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6419088" y="3115216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" y="3343335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Institution ledger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02336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9884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97433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44982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92531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40080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87628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35177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82726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30275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77824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925372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72921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020470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068019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115568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894576" y="3379911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7240" y="3608029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Outbreak reporting pipeline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2336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49884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433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4982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92531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40080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7628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35177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82726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0275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77824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25372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72921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020470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068019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115568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7370064" y="3644605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77240" y="3872724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Farmer cooperatives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02336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97433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44982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92531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40080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687628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35177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82726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30275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77824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5372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72921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20470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68019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15568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370064" y="3909300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77240" y="4137419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Feed &amp; trading tools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02336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49884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97433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44982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92531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40080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87628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35177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2726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30275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77824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925372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72921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20470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68019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115568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7845552" y="4173995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77240" y="4402114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Mobile app (Expo/RN)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402336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449884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497433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44982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92531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40080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87628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35177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82726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830275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877824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925372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972921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20470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8019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115568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ounded Rectangle 235"/>
          <p:cNvSpPr/>
          <p:nvPr/>
        </p:nvSpPr>
        <p:spPr>
          <a:xfrm>
            <a:off x="7370064" y="4438690"/>
            <a:ext cx="1389888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77240" y="4666808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Secure messenger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402336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49884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497433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4982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92531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40080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7628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35177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82726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30275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77824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25372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72921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020470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068019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115568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8321040" y="4703384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77240" y="4931503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Jinda AI assistant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402336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449884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497433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544982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92531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40080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87628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35177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82726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830275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877824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925372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972921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020470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068019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115568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8321040" y="4968079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777240" y="5196198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Local (XAMPP) deployment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402336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49884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97433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544982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592531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40080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87628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35177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82726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30275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877824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25372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972921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20470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68019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115568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ounded Rectangle 289"/>
          <p:cNvSpPr/>
          <p:nvPr/>
        </p:nvSpPr>
        <p:spPr>
          <a:xfrm>
            <a:off x="8796528" y="5232774"/>
            <a:ext cx="438912" cy="20983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7240" y="5460893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Integration testing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402336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49884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97433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544982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92531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640080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687628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35177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82726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830275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77824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925372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72921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20470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68019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115568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8796528" y="5497469"/>
            <a:ext cx="914400" cy="20983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77240" y="5725587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Chapters 1-3 write-up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2336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49884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497433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44982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92531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40080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87628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35177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82726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30275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77824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925372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972921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020470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068019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115568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ounded Rectangle 325"/>
          <p:cNvSpPr/>
          <p:nvPr/>
        </p:nvSpPr>
        <p:spPr>
          <a:xfrm>
            <a:off x="9272016" y="5762163"/>
            <a:ext cx="914400" cy="20983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777240" y="5990282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Chapters 4-5 write-up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02336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49884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7433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44982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92531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640080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687628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735177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782726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30275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77824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25372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972921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020470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068019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115568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10222992" y="6026858"/>
            <a:ext cx="438912" cy="20983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77240" y="6254977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Final corrections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402336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49884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97433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544982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592531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40080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87628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5177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82726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30275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877824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25372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2921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020470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068019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115568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ounded Rectangle 361"/>
          <p:cNvSpPr/>
          <p:nvPr/>
        </p:nvSpPr>
        <p:spPr>
          <a:xfrm>
            <a:off x="10698480" y="6291553"/>
            <a:ext cx="914400" cy="20983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Work Carried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backend API and database schema are built and running, covering all seven roles.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web app is built and demoed live; the mobile app is built and reaches the same backend, but has not yet been exercised on a physical device.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marketplace, clearance, certification, outbreak-reporting, messenger, cooperative, health-compliance, feed/trading and assistant workflows are all implemented end to end.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platform was moved off external hosting and now runs entirely on the local development machine.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Next: complete the dissertation write-up against the school's guidelines.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25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4"/>
                </a:solidFill>
                <a:latin typeface="Arial"/>
              </a:rPr>
              <a:t>Implementation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Backend API / 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64040" y="180136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Web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64040" y="235000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Mobile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2898648"/>
            <a:ext cx="1234440" cy="32004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474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Core workflows*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4040" y="344728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Local deployment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399592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Dissertation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64040" y="4544568"/>
            <a:ext cx="1234440" cy="32004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12079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7D7D7D"/>
                </a:solidFill>
                <a:latin typeface="Arial"/>
              </a:rPr>
              <a:t>* marketplace, sale clearance, the valuation certificate, institution ledger, outbreak reporting, the messenger, farmer cooperatives, the health-compliance lifecycle, feed/trading tools, and the Jinda assistant.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4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41414"/>
                </a:solidFill>
                <a:latin typeface="Arial Narrow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0" i="0">
                <a:solidFill>
                  <a:srgbClr val="141414"/>
                </a:solidFill>
                <a:latin typeface="Arial Narrow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39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7D7D7D"/>
                </a:solidFill>
                <a:latin typeface="Arial"/>
              </a:rPr>
              <a:t>15 minutes total: 10 to present, 5 for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